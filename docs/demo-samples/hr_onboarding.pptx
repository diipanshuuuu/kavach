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Amit on +91 98765 43210 before Monday. His Aadhaar is 7260 1815 9082.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 Joiner Onboarding - Batch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Neha Kulkarni, 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Joiner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Mobile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Amit Kumar Verma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BXQPV4821K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9876501234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Sneha Iyer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CKLPI7310M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9123456780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 proof received</a:t>
            </a:r>
          </a:p>
        </p:txBody>
      </p:sp>
      <p:pic>
        <p:nvPicPr>
          <p:cNvPr id="3" name="Picture 2" descr="id_card_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731520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संपर्क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मेरा नाम सुनीता पाटिल है।</a:t>
            </a:r>
          </a:p>
          <a:p>
            <a:r>
              <a:rPr sz="2400"/>
              <a:t>Email: sunita.patil@example.com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Neha Kulkarni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